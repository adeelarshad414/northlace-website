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 the brand font family locally before presenting or exporting final production decks.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eel.arshad/Documents/Codex/2026-06-30/files-mentioned-by-the-user-00/work/brand-qa/embed-assets/signal-and-scale/signal-and-scale-mark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2148840"/>
            <a:ext cx="80467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F4F6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 title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13232" y="2880360"/>
            <a:ext cx="77724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Subtitle or meeting purpose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13232" y="5303520"/>
            <a:ext cx="47548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4F6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 name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45720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4617720" cy="960120"/>
          </a:xfrm>
          <a:prstGeom prst="roundRect">
            <a:avLst/>
          </a:prstGeom>
          <a:solidFill>
            <a:srgbClr val="8FE0D6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618488"/>
            <a:ext cx="5486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645920" y="1581912"/>
            <a:ext cx="3291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4592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Cutting hype.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417320"/>
            <a:ext cx="4617720" cy="960120"/>
          </a:xfrm>
          <a:prstGeom prst="roundRect">
            <a:avLst/>
          </a:prstGeom>
          <a:solidFill>
            <a:srgbClr val="8FE0D6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618488"/>
            <a:ext cx="5486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995160" y="1581912"/>
            <a:ext cx="3291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99516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K8s, multi-cloud, IaC, and observability.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4617720" cy="960120"/>
          </a:xfrm>
          <a:prstGeom prst="roundRect">
            <a:avLst/>
          </a:prstGeom>
          <a:solidFill>
            <a:srgbClr val="8FE0D6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035808"/>
            <a:ext cx="5486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645920" y="2999232"/>
            <a:ext cx="3291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4592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Teams, careers, and self.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2834640"/>
            <a:ext cx="4617720" cy="960120"/>
          </a:xfrm>
          <a:prstGeom prst="roundRect">
            <a:avLst/>
          </a:prstGeom>
          <a:solidFill>
            <a:srgbClr val="8FE0D6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035808"/>
            <a:ext cx="5486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995160" y="2999232"/>
            <a:ext cx="3291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notes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99516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and guests.</a:t>
            </a:r>
            <a:endParaRPr lang="en-US" sz="1300" dirty="0"/>
          </a:p>
        </p:txBody>
      </p:sp>
      <p:pic>
        <p:nvPicPr>
          <p:cNvPr id="19" name="Image 0" descr="/Users/adeel.arshad/Documents/Codex/2026-06-30/files-mentioned-by-the-user-00/work/brand-qa/embed-assets/signal-and-scale/signal-and-scale-mark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5166360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43000"/>
            <a:ext cx="29260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800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713232" y="2743200"/>
            <a:ext cx="69494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4F6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title</a:t>
            </a:r>
            <a:endParaRPr lang="en-US" sz="4000" dirty="0"/>
          </a:p>
        </p:txBody>
      </p:sp>
      <p:pic>
        <p:nvPicPr>
          <p:cNvPr id="4" name="Image 0" descr="/Users/adeel.arshad/Documents/Codex/2026-06-30/files-mentioned-by-the-user-00/work/brand-qa/embed-assets/signal-and-scale/signal-and-scale-mark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448056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49808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 has one main point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411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32588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one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411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325880" y="2148840"/>
            <a:ext cx="39319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two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411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325880" y="2880360"/>
            <a:ext cx="39319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three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720840" y="1143000"/>
            <a:ext cx="4297680" cy="4069080"/>
          </a:xfrm>
          <a:prstGeom prst="roundRect">
            <a:avLst/>
          </a:prstGeom>
          <a:solidFill>
            <a:srgbClr val="8FE0D6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2880360"/>
            <a:ext cx="3337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 image, chart, or diagram here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22960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contrast to make decisions easier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77240" y="1325880"/>
            <a:ext cx="4663440" cy="3931920"/>
          </a:xfrm>
          <a:prstGeom prst="roundRect">
            <a:avLst/>
          </a:prstGeom>
          <a:solidFill>
            <a:srgbClr val="14171C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89320" y="1325880"/>
            <a:ext cx="4663440" cy="3931920"/>
          </a:xfrm>
          <a:prstGeom prst="roundRect">
            <a:avLst/>
          </a:prstGeom>
          <a:solidFill>
            <a:srgbClr val="8FE0D6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4F6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state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43000" y="2423160"/>
            <a:ext cx="33832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F6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the pattern that needs attention.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5508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state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355080" y="2423160"/>
            <a:ext cx="33832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the specific improvement or choice.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22960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F4F6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Numbers need a real source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77240" y="1554480"/>
            <a:ext cx="2971800" cy="2331720"/>
          </a:xfrm>
          <a:prstGeom prst="roundRect">
            <a:avLst/>
          </a:prstGeom>
          <a:solidFill>
            <a:srgbClr val="14171C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00%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161288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6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label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80560" y="1554480"/>
            <a:ext cx="2971800" cy="2331720"/>
          </a:xfrm>
          <a:prstGeom prst="roundRect">
            <a:avLst/>
          </a:prstGeom>
          <a:solidFill>
            <a:srgbClr val="14171C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00h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864608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6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label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83880" y="1554480"/>
            <a:ext cx="2971800" cy="2331720"/>
          </a:xfrm>
          <a:prstGeom prst="roundRect">
            <a:avLst/>
          </a:prstGeom>
          <a:solidFill>
            <a:srgbClr val="14171C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00x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8567928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6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label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5212080"/>
            <a:ext cx="74980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6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TODO-METRIC - never ship a fabricated number.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22960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moves through four steps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1828800"/>
            <a:ext cx="2331720" cy="2240280"/>
          </a:xfrm>
          <a:prstGeom prst="roundRect">
            <a:avLst/>
          </a:prstGeom>
          <a:solidFill>
            <a:srgbClr val="8FE0D6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103120"/>
            <a:ext cx="6400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Cutting hype.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828800"/>
            <a:ext cx="2331720" cy="2240280"/>
          </a:xfrm>
          <a:prstGeom prst="roundRect">
            <a:avLst/>
          </a:prstGeom>
          <a:solidFill>
            <a:srgbClr val="8FE0D6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2103120"/>
            <a:ext cx="6400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70332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703320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K8s, multi-cloud, IaC, and observability.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2331720" cy="2240280"/>
          </a:xfrm>
          <a:prstGeom prst="roundRect">
            <a:avLst/>
          </a:prstGeom>
          <a:solidFill>
            <a:srgbClr val="8FE0D6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103120"/>
            <a:ext cx="6400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92240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Teams, careers, and self.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52560" y="1828800"/>
            <a:ext cx="2331720" cy="2240280"/>
          </a:xfrm>
          <a:prstGeom prst="roundRect">
            <a:avLst/>
          </a:prstGeom>
          <a:solidFill>
            <a:srgbClr val="8FE0D6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103120"/>
            <a:ext cx="6400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28116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notes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281160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and guests.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1691640"/>
            <a:ext cx="91440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4400" i="1" dirty="0">
                <a:solidFill>
                  <a:srgbClr val="F4F6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"Cutting the noise on cloud, careers, and AI-native work."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361188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&amp; Scale</a:t>
            </a:r>
            <a:endParaRPr lang="en-US" sz="2200" dirty="0"/>
          </a:p>
        </p:txBody>
      </p:sp>
      <p:pic>
        <p:nvPicPr>
          <p:cNvPr id="4" name="Image 0" descr="/Users/adeel.arshad/Documents/Codex/2026-06-30/files-mentioned-by-the-user-00/work/brand-qa/embed-assets/signal-and-scale/signal-and-scale-mark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4800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eel.arshad/Documents/Codex/2026-06-30/files-mentioned-by-the-user-00/work/brand-qa/embed-assets/signal-and-scale/signal-and-scale-lockup-horizontal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05840"/>
            <a:ext cx="475488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108960"/>
            <a:ext cx="5486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F4F6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868680" y="3977640"/>
            <a:ext cx="5943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#TODO-LINK contact line to be announced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Northlace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&amp; Scale Deck Template</dc:title>
  <dc:subject>Signal &amp; Scale brand deck template</dc:subject>
  <dc:creator>Northlace</dc:creator>
  <cp:lastModifiedBy>Northlace</cp:lastModifiedBy>
  <cp:revision>1</cp:revision>
  <dcterms:created xsi:type="dcterms:W3CDTF">2026-07-06T00:00:00Z</dcterms:created>
  <dcterms:modified xsi:type="dcterms:W3CDTF">2026-07-06T00:00:00Z</dcterms:modified>
</cp:coreProperties>
</file>