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the brand font family locally before presenting or exporting final production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the-cloud-lounge/the-cloud-loung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13232" y="2880360"/>
            <a:ext cx="77724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meeting purpose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5303520"/>
            <a:ext cx="4754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4617720" cy="96012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4592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 and hot takes.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4617720" cy="96012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9516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deep end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951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K8s, multi-cloud, IaC, and observability.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4617720" cy="96012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4592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 the clock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Career, leadership, and the human side of operations.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834640"/>
            <a:ext cx="4617720" cy="96012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9516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arrivals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951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workflows and agentic engineering.</a:t>
            </a:r>
            <a:endParaRPr lang="en-US" sz="1300" dirty="0"/>
          </a:p>
        </p:txBody>
      </p:sp>
      <p:pic>
        <p:nvPicPr>
          <p:cNvPr id="19" name="Image 0" descr="/Users/adeel.arshad/Documents/Codex/2026-06-30/files-mentioned-by-the-user-00/work/brand-qa/embed-assets/the-cloud-lounge/the-cloud-loung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16636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2926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713232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4000" dirty="0"/>
          </a:p>
        </p:txBody>
      </p:sp>
      <p:pic>
        <p:nvPicPr>
          <p:cNvPr id="4" name="Image 0" descr="/Users/adeel.arshad/Documents/Codex/2026-06-30/files-mentioned-by-the-user-00/work/brand-qa/embed-assets/the-cloud-lounge/the-cloud-loung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48056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has one main point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325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two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three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20840" y="1143000"/>
            <a:ext cx="4297680" cy="406908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image, chart, or diagram here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contrast to make decisions easier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4663440" cy="3931920"/>
          </a:xfrm>
          <a:prstGeom prst="roundRect">
            <a:avLst/>
          </a:prstGeom>
          <a:solidFill>
            <a:srgbClr val="1B2A3D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1325880"/>
            <a:ext cx="4663440" cy="393192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4300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pattern that needs attention.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state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35508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specific improvement or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need a real source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2971800" cy="2331720"/>
          </a:xfrm>
          <a:prstGeom prst="roundRect">
            <a:avLst/>
          </a:prstGeom>
          <a:solidFill>
            <a:srgbClr val="1B2A3D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6128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2971800" cy="2331720"/>
          </a:xfrm>
          <a:prstGeom prst="roundRect">
            <a:avLst/>
          </a:prstGeom>
          <a:solidFill>
            <a:srgbClr val="1B2A3D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86460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83880" y="1554480"/>
            <a:ext cx="2971800" cy="2331720"/>
          </a:xfrm>
          <a:prstGeom prst="roundRect">
            <a:avLst/>
          </a:prstGeom>
          <a:solidFill>
            <a:srgbClr val="1B2A3D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56792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7498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TODO-METRIC - never ship a fabricated number.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moves through four steps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331720" cy="224028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 and hot takes.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331720" cy="224028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033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deep end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0332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K8s, multi-cloud, IaC, and observability.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331720" cy="224028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 the clock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Career, leadership, and the human side of operations.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331720" cy="2240280"/>
          </a:xfrm>
          <a:prstGeom prst="roundRect">
            <a:avLst/>
          </a:prstGeom>
          <a:solidFill>
            <a:srgbClr val="F7C89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arrivals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8116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workflows and agentic engineering.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"Where infrastructure unwinds."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118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Cloud Lounge</a:t>
            </a:r>
            <a:endParaRPr lang="en-US" sz="2200" dirty="0"/>
          </a:p>
        </p:txBody>
      </p:sp>
      <p:pic>
        <p:nvPicPr>
          <p:cNvPr id="4" name="Image 0" descr="/Users/adeel.arshad/Documents/Codex/2026-06-30/files-mentioned-by-the-user-00/work/brand-qa/embed-assets/the-cloud-lounge/the-cloud-loung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800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the-cloud-lounge/the-cloud-lounge-lockup-horizontal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475488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5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#TODO-LINK contact line to be announced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Northlace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Cloud Lounge Deck Template</dc:title>
  <dc:subject>The Cloud Lounge brand deck template</dc:subject>
  <dc:creator>Northlace</dc:creator>
  <cp:lastModifiedBy>Northlace</cp:lastModifiedBy>
  <cp:revision>1</cp:revision>
  <dcterms:created xsi:type="dcterms:W3CDTF">2026-07-06T00:00:00Z</dcterms:created>
  <dcterms:modified xsi:type="dcterms:W3CDTF">2026-07-06T00:00:00Z</dcterms:modified>
</cp:coreProperties>
</file>