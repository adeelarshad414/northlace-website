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the brand font family locally before presenting or exporting final production decks.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eel.arshad/Documents/Codex/2026-06-30/files-mentioned-by-the-user-00/work/brand-qa/embed-assets/northlace/northlac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title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13232" y="2880360"/>
            <a:ext cx="77724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or meeting purpose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13232" y="5303520"/>
            <a:ext cx="47548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name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4617720" cy="960120"/>
          </a:xfrm>
          <a:prstGeom prst="roundRect">
            <a:avLst/>
          </a:prstGeom>
          <a:solidFill>
            <a:srgbClr val="9FE1CB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1848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4592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Run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DevOps, SRE, CI/CD, and observability.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4617720" cy="960120"/>
          </a:xfrm>
          <a:prstGeom prst="roundRect">
            <a:avLst/>
          </a:prstGeom>
          <a:solidFill>
            <a:srgbClr val="9FE1CB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1848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9516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Shield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9516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Security, compliance, and IaC governance.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4617720" cy="960120"/>
          </a:xfrm>
          <a:prstGeom prst="roundRect">
            <a:avLst/>
          </a:prstGeom>
          <a:solidFill>
            <a:srgbClr val="9FE1CB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4592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Ledger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459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FinOps and cloud cost optimization.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834640"/>
            <a:ext cx="4617720" cy="960120"/>
          </a:xfrm>
          <a:prstGeom prst="roundRect">
            <a:avLst/>
          </a:prstGeom>
          <a:solidFill>
            <a:srgbClr val="9FE1CB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99516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Shift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9516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Migrations, modernization, and AI-native adoption.</a:t>
            </a:r>
            <a:endParaRPr lang="en-US" sz="1300" dirty="0"/>
          </a:p>
        </p:txBody>
      </p:sp>
      <p:pic>
        <p:nvPicPr>
          <p:cNvPr id="19" name="Image 0" descr="/Users/adeel.arshad/Documents/Codex/2026-06-30/files-mentioned-by-the-user-00/work/brand-qa/embed-assets/northlace/northlac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16636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43000"/>
            <a:ext cx="29260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8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713232" y="2743200"/>
            <a:ext cx="6949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4000" dirty="0"/>
          </a:p>
        </p:txBody>
      </p:sp>
      <p:pic>
        <p:nvPicPr>
          <p:cNvPr id="4" name="Image 0" descr="/Users/adeel.arshad/Documents/Codex/2026-06-30/files-mentioned-by-the-user-00/work/brand-qa/embed-assets/northlace/northlac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448056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49808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 has one main point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325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two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three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20840" y="1143000"/>
            <a:ext cx="4297680" cy="4069080"/>
          </a:xfrm>
          <a:prstGeom prst="roundRect">
            <a:avLst/>
          </a:prstGeom>
          <a:solidFill>
            <a:srgbClr val="9FE1CB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880360"/>
            <a:ext cx="3337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image, chart, or diagram here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contrast to make decisions easier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4663440" cy="3931920"/>
          </a:xfrm>
          <a:prstGeom prst="roundRect">
            <a:avLst/>
          </a:prstGeom>
          <a:solidFill>
            <a:srgbClr val="04342C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9320" y="1325880"/>
            <a:ext cx="4663440" cy="3931920"/>
          </a:xfrm>
          <a:prstGeom prst="roundRect">
            <a:avLst/>
          </a:prstGeom>
          <a:solidFill>
            <a:srgbClr val="9FE1CB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43000" y="2423160"/>
            <a:ext cx="3383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pattern that needs attention.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state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355080" y="2423160"/>
            <a:ext cx="3383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specific improvement or choice.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Numbers need a real source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2971800" cy="2331720"/>
          </a:xfrm>
          <a:prstGeom prst="roundRect">
            <a:avLst/>
          </a:prstGeom>
          <a:solidFill>
            <a:srgbClr val="04342C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6128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554480"/>
            <a:ext cx="2971800" cy="2331720"/>
          </a:xfrm>
          <a:prstGeom prst="roundRect">
            <a:avLst/>
          </a:prstGeom>
          <a:solidFill>
            <a:srgbClr val="04342C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00h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86460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83880" y="1554480"/>
            <a:ext cx="2971800" cy="2331720"/>
          </a:xfrm>
          <a:prstGeom prst="roundRect">
            <a:avLst/>
          </a:prstGeom>
          <a:solidFill>
            <a:srgbClr val="04342C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00x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56792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74980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TODO-METRIC - never ship a fabricated number.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moves through four steps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2331720" cy="2240280"/>
          </a:xfrm>
          <a:prstGeom prst="roundRect">
            <a:avLst/>
          </a:prstGeom>
          <a:solidFill>
            <a:srgbClr val="9FE1CB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Run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DevOps, SRE, CI/CD, and observability.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331720" cy="2240280"/>
          </a:xfrm>
          <a:prstGeom prst="roundRect">
            <a:avLst/>
          </a:prstGeom>
          <a:solidFill>
            <a:srgbClr val="9FE1CB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033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Shield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0332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Security, compliance, and IaC governance.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2331720" cy="2240280"/>
          </a:xfrm>
          <a:prstGeom prst="roundRect">
            <a:avLst/>
          </a:prstGeom>
          <a:solidFill>
            <a:srgbClr val="9FE1CB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Ledger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FinOps and cloud cost optimization.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1828800"/>
            <a:ext cx="2331720" cy="2240280"/>
          </a:xfrm>
          <a:prstGeom prst="roundRect">
            <a:avLst/>
          </a:prstGeom>
          <a:solidFill>
            <a:srgbClr val="9FE1CB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Shift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28116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Migrations, modernization, and AI-native adoption.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1691640"/>
            <a:ext cx="9144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"Every cloud. One standard."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1188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</a:t>
            </a:r>
            <a:endParaRPr lang="en-US" sz="2200" dirty="0"/>
          </a:p>
        </p:txBody>
      </p:sp>
      <p:pic>
        <p:nvPicPr>
          <p:cNvPr id="4" name="Image 0" descr="/Users/adeel.arshad/Documents/Codex/2026-06-30/files-mentioned-by-the-user-00/work/brand-qa/embed-assets/northlace/northlac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4800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eel.arshad/Documents/Codex/2026-06-30/files-mentioned-by-the-user-00/work/brand-qa/embed-assets/northlace/northlace-lockup-horizontal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05840"/>
            <a:ext cx="475488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6868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#TODO-LINK contact line to be announced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Northlace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Northlace Deck Template</dc:title>
  <dc:subject>Northlace brand deck template</dc:subject>
  <dc:creator>Northlace</dc:creator>
  <cp:lastModifiedBy>Northlace</cp:lastModifiedBy>
  <cp:revision>1</cp:revision>
  <dcterms:created xsi:type="dcterms:W3CDTF">2026-07-06T00:00:00Z</dcterms:created>
  <dcterms:modified xsi:type="dcterms:W3CDTF">2026-07-06T00:00:00Z</dcterms:modified>
</cp:coreProperties>
</file>